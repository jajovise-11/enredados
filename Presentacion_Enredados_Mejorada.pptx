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/>
            </a:pPr>
            <a:r>
              <a:t>Proyecto Enredados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Presentación Profesional – Javier Méndez Oves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Plataforma para organizar bodas.</a:t>
            </a:r>
          </a:p>
          <a:p>
            <a:pPr>
              <a:defRPr sz="2400"/>
            </a:pPr>
            <a:r>
              <a:t>Centraliza proveedores, herramientas y gestión.</a:t>
            </a:r>
          </a:p>
          <a:p>
            <a:pPr>
              <a:defRPr sz="2400"/>
            </a:pPr>
            <a:r>
              <a:t>Optimiza tiempo, presupuesto y experiencia.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Origen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Necesidad real: organización dispersa.</a:t>
            </a:r>
          </a:p>
          <a:p>
            <a:pPr>
              <a:defRPr sz="2400"/>
            </a:pPr>
            <a:r>
              <a:t>Enredados integra todo en una sola plataforma.</a:t>
            </a:r>
          </a:p>
          <a:p>
            <a:pPr>
              <a:defRPr sz="2400"/>
            </a:pPr>
            <a:r>
              <a:t>Facilidad, orden y eficiencia.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Tipos de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Administrador: control total del sistema.</a:t>
            </a:r>
          </a:p>
          <a:p>
            <a:pPr>
              <a:defRPr sz="2400"/>
            </a:pPr>
            <a:r>
              <a:t>Proveedor: gestiona servicios y reservas.</a:t>
            </a:r>
          </a:p>
          <a:p>
            <a:pPr>
              <a:defRPr sz="2400"/>
            </a:pPr>
            <a:r>
              <a:t>Pareja/Usuario final: organiza su boda.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Tecnologías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Frontend: Angular 18.</a:t>
            </a:r>
          </a:p>
          <a:p>
            <a:pPr>
              <a:defRPr sz="2400"/>
            </a:pPr>
            <a:r>
              <a:t>Backend: Django REST Framework.</a:t>
            </a:r>
          </a:p>
          <a:p>
            <a:pPr>
              <a:defRPr sz="2400"/>
            </a:pPr>
            <a:r>
              <a:t>Base de Datos: SQLite/MySQL.</a:t>
            </a:r>
          </a:p>
          <a:p>
            <a:pPr>
              <a:defRPr sz="2400"/>
            </a:pPr>
            <a:r>
              <a:t>Control de versiones: GitHub.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Objetivo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Crear una plataforma de organización de bodas sólida, escalable y fácil de usar.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Objetivos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Interfaz moderna e intuitiva.</a:t>
            </a:r>
          </a:p>
          <a:p>
            <a:pPr>
              <a:defRPr sz="2400"/>
            </a:pPr>
            <a:r>
              <a:t>API REST completa y estable.</a:t>
            </a:r>
          </a:p>
          <a:p>
            <a:pPr>
              <a:defRPr sz="2400"/>
            </a:pPr>
            <a:r>
              <a:t>Roles diferenciados y seguros.</a:t>
            </a:r>
          </a:p>
          <a:p>
            <a:pPr>
              <a:defRPr sz="2400"/>
            </a:pPr>
            <a:r>
              <a:t>Herramientas: agenda, presupuesto, invitados y mesas.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Metodología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Sprints quincenales.</a:t>
            </a:r>
          </a:p>
          <a:p>
            <a:pPr>
              <a:defRPr sz="2400"/>
            </a:pPr>
            <a:r>
              <a:t>Tablero Kanban para seguimiento.</a:t>
            </a:r>
          </a:p>
          <a:p>
            <a:pPr>
              <a:defRPr sz="2400"/>
            </a:pPr>
            <a:r>
              <a:t>Revisiones continuas y entregas iterativas.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Análisis PEST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Político: RGPD y normativa digital.</a:t>
            </a:r>
          </a:p>
          <a:p>
            <a:pPr>
              <a:defRPr sz="2400"/>
            </a:pPr>
            <a:r>
              <a:t>Económico: mercado en crecimiento.</a:t>
            </a:r>
          </a:p>
          <a:p>
            <a:pPr>
              <a:defRPr sz="2400"/>
            </a:pPr>
            <a:r>
              <a:t>Social: digitalización del sector.</a:t>
            </a:r>
          </a:p>
          <a:p>
            <a:pPr>
              <a:defRPr sz="2400"/>
            </a:pPr>
            <a:r>
              <a:t>Tecnológico: APIs, PWA, seguridad.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Análisis Porter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Alta rivalidad en el sector.</a:t>
            </a:r>
          </a:p>
          <a:p>
            <a:pPr>
              <a:defRPr sz="2400"/>
            </a:pPr>
            <a:r>
              <a:t>Clientes con alta capacidad de elección.</a:t>
            </a:r>
          </a:p>
          <a:p>
            <a:pPr>
              <a:defRPr sz="2400"/>
            </a:pPr>
            <a:r>
              <a:t>Amenaza media de sustitutos.</a:t>
            </a:r>
          </a:p>
          <a:p>
            <a:pPr>
              <a:defRPr sz="2400"/>
            </a:pPr>
            <a:r>
              <a:t>Barrera de entrada tecnológica moderada.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Backend – Django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15 modelos principales.</a:t>
            </a:r>
          </a:p>
          <a:p>
            <a:pPr>
              <a:defRPr sz="2400"/>
            </a:pPr>
            <a:r>
              <a:t>Autenticación JWT.</a:t>
            </a:r>
          </a:p>
          <a:p>
            <a:pPr>
              <a:defRPr sz="2400"/>
            </a:pPr>
            <a:r>
              <a:t>Validaciones y permisos según rol.</a:t>
            </a:r>
          </a:p>
          <a:p>
            <a:pPr>
              <a:defRPr sz="2400"/>
            </a:pPr>
            <a:r>
              <a:t>Endpoints organizados y documentados.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Frontend –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25+ componentes.</a:t>
            </a:r>
          </a:p>
          <a:p>
            <a:pPr>
              <a:defRPr sz="2400"/>
            </a:pPr>
            <a:r>
              <a:t>Servicios para comunicación con API.</a:t>
            </a:r>
          </a:p>
          <a:p>
            <a:pPr>
              <a:defRPr sz="2400"/>
            </a:pPr>
            <a:r>
              <a:t>Panel 'Mi Boda' con múltiples herramientas.</a:t>
            </a:r>
          </a:p>
          <a:p>
            <a:pPr>
              <a:defRPr sz="2400"/>
            </a:pPr>
            <a:r>
              <a:t>Páginas optimizadas y responsive.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Pruebas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90+ tests automatizados.</a:t>
            </a:r>
          </a:p>
          <a:p>
            <a:pPr>
              <a:defRPr sz="2400"/>
            </a:pPr>
            <a:r>
              <a:t>Pruebas unitarias e integración.</a:t>
            </a:r>
          </a:p>
          <a:p>
            <a:pPr>
              <a:defRPr sz="2400"/>
            </a:pPr>
            <a:r>
              <a:t>Cobertura &gt;85%.</a:t>
            </a:r>
          </a:p>
          <a:p>
            <a:pPr>
              <a:defRPr sz="2400"/>
            </a:pPr>
            <a:r>
              <a:t>Testing UX con usuarios reales.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Recursos y Costes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190 horas de trabajo.</a:t>
            </a:r>
          </a:p>
          <a:p>
            <a:pPr>
              <a:defRPr sz="2400"/>
            </a:pPr>
            <a:r>
              <a:t>Coste estimado total: 6.237€.</a:t>
            </a:r>
          </a:p>
          <a:p>
            <a:pPr>
              <a:defRPr sz="2400"/>
            </a:pPr>
            <a:r>
              <a:t>Infraestructura mensual aproximada: 35€.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Cronograma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20 semanas totales.</a:t>
            </a:r>
          </a:p>
          <a:p>
            <a:pPr>
              <a:defRPr sz="2400"/>
            </a:pPr>
            <a:r>
              <a:t>Fases: análisis, backend, frontend, pruebas, memoria y despliegue.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Proyecto completo y funcional.</a:t>
            </a:r>
          </a:p>
          <a:p>
            <a:pPr>
              <a:defRPr sz="2400"/>
            </a:pPr>
            <a:r>
              <a:t>Cumple la rúbrica DAM al nivel más alto.</a:t>
            </a:r>
          </a:p>
          <a:p>
            <a:pPr>
              <a:defRPr sz="2400"/>
            </a:pPr>
            <a:r>
              <a:t>Base sólida para mejoras futuras y escalabilidad.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